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1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标题文本</a:t>
            </a:r>
          </a:p>
        </p:txBody>
      </p:sp>
      <p:sp>
        <p:nvSpPr>
          <p:cNvPr id="30" name="正文级别 1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39" name="正文级别 1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48" name="正文级别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5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标题文本</a:t>
            </a:r>
          </a:p>
        </p:txBody>
      </p:sp>
      <p:sp>
        <p:nvSpPr>
          <p:cNvPr id="73" name="正文级别 1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标题文本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正文级别 1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课程项目提交与答辩管理系统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288036">
              <a:spcBef>
                <a:spcPts val="400"/>
              </a:spcBef>
              <a:defRPr sz="2016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上海大学理学院 </a:t>
            </a:r>
            <a:r>
              <a:t>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数学与应用数学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 defTabSz="288036">
              <a:spcBef>
                <a:spcPts val="400"/>
              </a:spcBef>
              <a:defRPr sz="2016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组员：潘上、邬茗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 defTabSz="288036">
              <a:spcBef>
                <a:spcPts val="400"/>
              </a:spcBef>
              <a:defRPr sz="2016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课程：数据库设计与开发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 defTabSz="288036">
              <a:spcBef>
                <a:spcPts val="400"/>
              </a:spcBef>
              <a:defRPr sz="2016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日期：</a:t>
            </a:r>
            <a:r>
              <a:t>2025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年</a:t>
            </a:r>
            <a:r>
              <a:t>7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项目背景与引言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传统论文管理流程存在材料分散、沟通繁琐等问题。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本项目构建统一在线平台，实现学生提交、教师评分、管理员统筹的全流程管理。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系统总体架构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核心原则：轻量、易部署、可复现。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架构：前端</a:t>
            </a:r>
            <a:r>
              <a:t>(HTML+TailwindCSS) 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后端</a:t>
            </a:r>
            <a:r>
              <a:t>(Bun+Elysia.js) →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数据库</a:t>
            </a:r>
            <a:r>
              <a:t>(SQLite)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单进程</a:t>
            </a:r>
            <a:r>
              <a:t>Bun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服务提供静态资源与</a:t>
            </a:r>
            <a:r>
              <a:t>REST API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3.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技术选型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后端：</a:t>
            </a:r>
            <a:r>
              <a:t>Bun + Elysia.js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（高性能、类型安全）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数据库：</a:t>
            </a:r>
            <a:r>
              <a:t>SQLite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（零配置、支持外键）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前端：</a:t>
            </a:r>
            <a:r>
              <a:t>HTML + TailwindCSS +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原生</a:t>
            </a:r>
            <a:r>
              <a:t>JS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会话：</a:t>
            </a:r>
            <a:r>
              <a:t>HttpOnly Cookie +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内存</a:t>
            </a:r>
            <a:r>
              <a:t>Map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4.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数据库需求分析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三类角色：学生、教师、管理员。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核心需求：角色认证、唯一论文约束、教师</a:t>
            </a:r>
            <a:r>
              <a:t>-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时段多对多、评分唯一性、幂等写入。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5.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数据库设计</a:t>
            </a:r>
          </a:p>
        </p:txBody>
      </p:sp>
      <p:sp>
        <p:nvSpPr>
          <p:cNvPr id="11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五张核心表：</a:t>
            </a:r>
            <a:r>
              <a:t>users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、</a:t>
            </a:r>
            <a:r>
              <a:t>defense_slots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、</a:t>
            </a:r>
            <a:r>
              <a:t>projects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、</a:t>
            </a:r>
            <a:r>
              <a:t>teacher_assignments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、</a:t>
            </a:r>
            <a:r>
              <a:t>scores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。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特点：外键一致性、复合唯一约束、</a:t>
            </a:r>
            <a:r>
              <a:t>ON DELETE CASCADE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、</a:t>
            </a:r>
            <a:r>
              <a:t>UPSERT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模式。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6.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后端实现</a:t>
            </a:r>
          </a:p>
        </p:txBody>
      </p:sp>
      <p:sp>
        <p:nvSpPr>
          <p:cNvPr id="11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使用</a:t>
            </a:r>
            <a:r>
              <a:t>Elysia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框架实现</a:t>
            </a:r>
            <a:r>
              <a:t>REST API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。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模块划分：</a:t>
            </a:r>
            <a:r>
              <a:t>auth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、</a:t>
            </a:r>
            <a:r>
              <a:t>student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、</a:t>
            </a:r>
            <a:r>
              <a:t>teacher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、</a:t>
            </a:r>
            <a:r>
              <a:t>admin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。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核心逻辑：会话校验、幂等写入、角色访问控制、错误日志管理。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7.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前端实现</a:t>
            </a:r>
          </a:p>
        </p:txBody>
      </p:sp>
      <p:sp>
        <p:nvSpPr>
          <p:cNvPr id="11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HTML + JS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构建页面，</a:t>
            </a:r>
            <a:r>
              <a:t>TailwindCSS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美化。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主要页面：登录、学生、教师、管理员。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统一请求封装与表格渲染、角色跳转与错误提示。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8.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系统运行与验证</a:t>
            </a:r>
          </a:p>
        </p:txBody>
      </p:sp>
      <p:sp>
        <p:nvSpPr>
          <p:cNvPr id="11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运行步骤：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1. bun install</a:t>
            </a:r>
          </a:p>
          <a:p>
            <a:pPr/>
            <a:r>
              <a:t>2. bun run src/db/initDB.ts</a:t>
            </a:r>
          </a:p>
          <a:p>
            <a:pPr/>
            <a:r>
              <a:t>3. bun run dev</a:t>
            </a: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验证：三角色闭环操作、约束测试、并发一致性。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9.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性能与安全</a:t>
            </a:r>
          </a:p>
        </p:txBody>
      </p:sp>
      <p:sp>
        <p:nvSpPr>
          <p:cNvPr id="12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SQLite + Bun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支撑</a:t>
            </a:r>
            <a:r>
              <a:t>30-50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并发。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幂等机制避免重复写入。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安全策略：</a:t>
            </a:r>
            <a:r>
              <a:t>HttpOnly Cookie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、最小输入校验、明确的清理路径。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10.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总结与展望</a:t>
            </a:r>
          </a:p>
        </p:txBody>
      </p:sp>
      <p:sp>
        <p:nvSpPr>
          <p:cNvPr id="12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已实现：论文提交与答辩管理闭环。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未来方向：</a:t>
            </a:r>
            <a:r>
              <a:t>Redis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会话、文件上传、通知系统、学术检测、导入导出功能。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